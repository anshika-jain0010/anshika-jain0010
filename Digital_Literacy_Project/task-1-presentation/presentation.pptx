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870478" y="4044332"/>
          <a:ext cx="9508940" cy="2198336"/>
        </p:xfrm>
        <a:graphic>
          <a:graphicData uri="http://schemas.openxmlformats.org/drawingml/2006/table">
            <a:tbl>
              <a:tblPr/>
              <a:tblGrid>
                <a:gridCol w="2611536"/>
                <a:gridCol w="3942460"/>
                <a:gridCol w="2954945"/>
              </a:tblGrid>
              <a:tr h="10991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Branch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Registration no 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Name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1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CSE (Core)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25BCE10112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Anshika Jain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990597" y="1949840"/>
            <a:ext cx="15268703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12000" spc="-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Literacy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5424" y="2427294"/>
            <a:ext cx="4356944" cy="2693384"/>
          </a:xfrm>
          <a:custGeom>
            <a:avLst/>
            <a:gdLst/>
            <a:ahLst/>
            <a:cxnLst/>
            <a:rect r="r" b="b" t="t" l="l"/>
            <a:pathLst>
              <a:path h="2693384" w="4356944">
                <a:moveTo>
                  <a:pt x="0" y="0"/>
                </a:moveTo>
                <a:lnTo>
                  <a:pt x="4356944" y="0"/>
                </a:lnTo>
                <a:lnTo>
                  <a:pt x="4356944" y="2693383"/>
                </a:lnTo>
                <a:lnTo>
                  <a:pt x="0" y="269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57491" y="5641470"/>
            <a:ext cx="2779312" cy="2979769"/>
          </a:xfrm>
          <a:custGeom>
            <a:avLst/>
            <a:gdLst/>
            <a:ahLst/>
            <a:cxnLst/>
            <a:rect r="r" b="b" t="t" l="l"/>
            <a:pathLst>
              <a:path h="2979769" w="2779312">
                <a:moveTo>
                  <a:pt x="0" y="0"/>
                </a:moveTo>
                <a:lnTo>
                  <a:pt x="2779312" y="0"/>
                </a:lnTo>
                <a:lnTo>
                  <a:pt x="2779312" y="2979769"/>
                </a:lnTo>
                <a:lnTo>
                  <a:pt x="0" y="297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4299" y="5558827"/>
            <a:ext cx="1936138" cy="3914984"/>
          </a:xfrm>
          <a:custGeom>
            <a:avLst/>
            <a:gdLst/>
            <a:ahLst/>
            <a:cxnLst/>
            <a:rect r="r" b="b" t="t" l="l"/>
            <a:pathLst>
              <a:path h="3914984" w="1936138">
                <a:moveTo>
                  <a:pt x="0" y="0"/>
                </a:moveTo>
                <a:lnTo>
                  <a:pt x="1936137" y="0"/>
                </a:lnTo>
                <a:lnTo>
                  <a:pt x="1936137" y="3914984"/>
                </a:lnTo>
                <a:lnTo>
                  <a:pt x="0" y="391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80167" y="567270"/>
            <a:ext cx="14848305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b="true" sz="10400" spc="-5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digital literacy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32978"/>
            <a:ext cx="8489033" cy="690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Ability to use digital tools effectively.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Understanding online safety and security.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, evaluating, and using information.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Communicating responsibly online.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and sharing digital content.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2326" y="394308"/>
            <a:ext cx="15426974" cy="132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1"/>
              </a:lnSpc>
            </a:pPr>
            <a:r>
              <a:rPr lang="en-US" b="true" sz="9633" spc="-4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internet practices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52657"/>
            <a:ext cx="19181625" cy="299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4543" spc="-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browsing</a:t>
            </a:r>
          </a:p>
          <a:p>
            <a:pPr algn="l">
              <a:lnSpc>
                <a:spcPts val="5725"/>
              </a:lnSpc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website URLs before login </a:t>
            </a:r>
          </a:p>
          <a:p>
            <a:pPr algn="l">
              <a:lnSpc>
                <a:spcPts val="5726"/>
              </a:lnSpc>
            </a:pPr>
            <a:r>
              <a:rPr lang="en-US" sz="4090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clicking unknown/suspicious links</a:t>
            </a:r>
          </a:p>
          <a:p>
            <a:pPr algn="l">
              <a:lnSpc>
                <a:spcPts val="5725"/>
              </a:lnSpc>
              <a:spcBef>
                <a:spcPct val="0"/>
              </a:spcBef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apps only from trusted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1395124" y="4514806"/>
            <a:ext cx="29467398" cy="2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56"/>
              </a:lnSpc>
            </a:pPr>
            <a:r>
              <a:rPr lang="en-US" b="true" sz="4540" spc="-2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data Protection                       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share OTP, passwords, or bank details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Avoid posting personal info publicly                  </a:t>
            </a:r>
          </a:p>
          <a:p>
            <a:pPr algn="r">
              <a:lnSpc>
                <a:spcPts val="4910"/>
              </a:lnSpc>
              <a:spcBef>
                <a:spcPct val="0"/>
              </a:spcBef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careful while using public wi-fi                  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2704" y="6863709"/>
            <a:ext cx="19410824" cy="301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4598" spc="-22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Behaviour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or downloading 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Don't trust unknown emails or messages </a:t>
            </a:r>
          </a:p>
          <a:p>
            <a:pPr algn="l">
              <a:lnSpc>
                <a:spcPts val="5981"/>
              </a:lnSpc>
              <a:spcBef>
                <a:spcPct val="0"/>
              </a:spcBef>
            </a:pPr>
            <a:r>
              <a:rPr lang="en-US" sz="4272" spc="-2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 out from  shared/public devices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626465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8763" y="20824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and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real name and clear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 professional profile photo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clean username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763" y="54989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formal email(e.g. college email)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clear and respectful messages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slang in professional platforms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0123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Behaviour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commenting or posting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offensive or controversial content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respectful in discussions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Footprint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Everything online stays permanent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Employers may check your profiles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positive online image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2764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Awareness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links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Verify information before sharing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alert to online scams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Habits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passwords regularly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privacy settings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apps and devices updated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988" y="88801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60878" y="6424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3563" y="23872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Usage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 screen time wisely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overuse of social media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technology productively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563" y="58037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updated with new technologies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basic cyber security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digital skills regularly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89388" y="90325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053972" y="171450"/>
            <a:ext cx="30019905" cy="167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2"/>
              </a:lnSpc>
            </a:pPr>
            <a:r>
              <a:rPr lang="en-US" b="true" sz="12171" spc="-60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610" y="2113679"/>
            <a:ext cx="16031954" cy="50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literacy is essential in today's world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us stay safe and responsible online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strong professional image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for academic and career success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Essential for future growth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4077" y="8759190"/>
            <a:ext cx="72110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 smart. Stay safe. Grow digitally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DAHFDKp24xc</dc:identifier>
  <dcterms:modified xsi:type="dcterms:W3CDTF">2011-08-01T06:04:30Z</dcterms:modified>
  <cp:revision>1</cp:revision>
  <dc:title>Digital Literacy</dc:title>
</cp:coreProperties>
</file>